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Adding CI/CD to Your LabVIEW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2800" b="0">
                <a:solidFill>
                  <a:srgbClr val="58A6FF"/>
                </a:solidFill>
                <a:latin typeface="Calibri"/>
              </a:defRPr>
            </a:pPr>
            <a:r>
              <a:t>MassCompile  •  VI Analyzer  •  VIDiff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800" b="0">
                <a:solidFill>
                  <a:srgbClr val="AAAAAA"/>
                </a:solidFill>
                <a:latin typeface="Calibri"/>
              </a:defRPr>
            </a:pPr>
            <a:r>
              <a:t>Based on github.com/ni/labview-for-containers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the CI Pipeline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2200" b="0">
                <a:solidFill>
                  <a:srgbClr val="AAAAAA"/>
                </a:solidFill>
                <a:latin typeface="Calibri"/>
              </a:defRPr>
            </a:pPr>
            <a:r>
              <a:t>Three automated checks run on every push or pull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① MassCompile — compiles every VI in the repo inside a LabVIEW container; catches broken VIs before they reach main.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② VI Analyzer — runs a configurable set of style, performance, and correctness rules; publishes an HTML report to GitHub Pages.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③ VIDiff Report — generates side-by-side HTML diffs for every changed VI in a pull request (or push); deploys reports to GitHub Pages and comments on the PR with links.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0">
                <a:solidFill>
                  <a:srgbClr val="AAAAAA"/>
                </a:solidFill>
                <a:latin typeface="Calibri"/>
              </a:defRPr>
            </a:pPr>
            <a:r>
              <a:t>All three use the NI Docker image: nationalinstruments/labview:latest-windows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 GitHub repository containing your LabVIEW project (.vi, .lvproj, etc.)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GitHub Actions enabled (on by default for all repos)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GitHub Pages enabled — Settings → Pages → Source: "Deploy from a branch" → gh-pages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No additional secrets or tokens required (GITHUB_TOKEN is automatic)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No local LabVIEW installation needed — everything runs in the NI container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 — Copy the CI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2200" b="0">
                <a:solidFill>
                  <a:srgbClr val="AAAAAA"/>
                </a:solidFill>
                <a:latin typeface="Calibri"/>
              </a:defRPr>
            </a:pPr>
            <a:r>
              <a:t>Copy the entire .github/ folder from mini-system-manager into your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📁 .github/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📁 labview/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📄 masscompile.ps1            — runs LabVIEWCLI MassCompile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📄 run-vi-analyzer.ps1         — runs LabVIEWCLI VI Analyzer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📄 vidiff.ps1                  — generates VIDiff HTML reports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📁 via-configs/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    📄 via-config-default.viancfg  — starter VI Analyzer ruleset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📁 workflows/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📄 masscompile-windows-container.yml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📄 run-vi-analyzer-windows-container.yml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📄 vidiff-windows-container.yml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    📄 vidiff-deploy.yml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1 — Copy via Terminal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# Clone the reference repo (one time)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git clone https://github.com/elijah286/mini-system-manager.git /tmp/msm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# From your own repo's root directory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cp -r /tmp/msm/.github .github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# Stage, commit, and push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git add .github/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git commit -m "Add LabVIEW CI pipeline"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git push origin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0">
                <a:solidFill>
                  <a:srgbClr val="AAAAAA"/>
                </a:solidFill>
                <a:latin typeface="Calibri"/>
              </a:defRPr>
            </a:pPr>
            <a:r>
              <a:t>That's it — the workflows will trigger on the next push that changes a .vi or .ctl file.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2 — Enable GitHub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2200" b="0">
                <a:solidFill>
                  <a:srgbClr val="AAAAAA"/>
                </a:solidFill>
                <a:latin typeface="Calibri"/>
              </a:defRPr>
            </a:pPr>
            <a:r>
              <a:t>Required for VI Analyzer and VIDiff browser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Go to your repo on GitHub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Click  Settings  →  Pages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Under "Source", select  Deploy from a branch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Choose branch:  gh-pages   /  (root)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 Click Save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The gh-pages branch is created automatically the first time a report deploys.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If it doesn't exist yet, push a VI change and wait for the workflow to complete.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2 (alternative) — Enable Pages via CLI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ctr"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# Install the GitHub CLI if you don't have it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# https://cli.github.com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# Enable GitHub Pages from the gh-pages branch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gh api repos/OWNER/REPO/pages \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  -X POST --input - &lt;&lt;'EOF'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{"source":{"branch":"gh-pages","path":"/"}}</a:t>
            </a:r>
          </a:p>
          <a:p>
            <a:pPr>
              <a:lnSpc>
                <a:spcPct val="135000"/>
              </a:lnSpc>
              <a:defRPr sz="1500">
                <a:solidFill>
                  <a:srgbClr val="58A6FF"/>
                </a:solidFill>
                <a:latin typeface="Menlo"/>
              </a:defRPr>
            </a:pPr>
            <a:r>
              <a:t>EOF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0">
                <a:solidFill>
                  <a:srgbClr val="AAAAAA"/>
                </a:solidFill>
                <a:latin typeface="Calibri"/>
              </a:defRPr>
            </a:pPr>
            <a:r>
              <a:t>Replace OWNER/REPO with your GitHub username and repository name.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Step 3 — Customise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Pin a specific LabVIEW version instead of :latest-windows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→ edit the LABVIEW_CONTAINER_IMAGE env var in each workflow YAML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→ update the LabVIEWPath in the .ps1 scripts to match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Tune VI Analyzer rules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→ edit .github/labview/via-configs/via-config-default.viancfg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→ set &lt;Selected&gt;TRUE&lt;/Selected&gt; or FALSE for each test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Change the default branch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→ replace "main" in the push trigger with your branch name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Where to Find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Action logs (pass/fail for all three workflows):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https://github.com/OWNER/REPO/actions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VI Analyzer HTML reports: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https://OWNER.github.io/REPO/vi-analyzer/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VIDiff HTML reports: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https://OWNER.github.io/REPO/vidiff/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Build artifacts (downloadable .zip) are also attached to each Action run.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It Works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2200" b="0">
                <a:solidFill>
                  <a:srgbClr val="AAAAAA"/>
                </a:solidFill>
                <a:latin typeface="Calibri"/>
              </a:defRPr>
            </a:pPr>
            <a:r>
              <a:t>Each workflow follows the same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GitHub Actions spins up a Windows runner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The runner pulls the NI LabVIEW Docker image (~large, cached after first run)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Your repo is mounted into the container at C:\workspace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A PowerShell script calls LabVIEWCLI inside the container (headless)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 Results are uploaded as build artifacts and/or deployed to GitHub Pages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No LabVIEW license is consumed — the container image includes a runtime.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No local LabVIEW install is needed on any developer's machine for CI to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Quick-Start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☐  Copy .github/ folder from mini-system-manager into your repo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☐  git add .github/ &amp;&amp; git commit &amp;&amp; git push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☐  Enable GitHub Pages  (Settings → Pages → gh-pages branch)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☐  Push a .vi change (or run workflows manually from the Actions tab)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☐  Check results at github.com/OWNER/REPO/actions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☐  View HTML reports at OWNER.github.io/REPO/vi-analyzer/ and /vidiff/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☐  (Optional) Tune VI Analyzer rules in via-config-default.viancfg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Reference repo (source of these workflows):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github.com/elijah286/mini-system-manager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NI's official LabVIEW container examples: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github.com/ni/labview-for-containers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NI LabVIEW Docker images: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hub.docker.com/r/nationalinstruments/labview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GitHub Actions documentation:</a:t>
            </a:r>
          </a:p>
          <a:p>
            <a:pPr>
              <a:lnSpc>
                <a:spcPct val="140000"/>
              </a:lnSpc>
              <a:spcBef>
                <a:spcPts val="800"/>
              </a:spcBef>
              <a:spcAft>
                <a:spcPts val="4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 docs.github.com/en/actions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